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C4A63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90500"/>
            <a:ext cx="85725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0" b="1">
                <a:solidFill>
                  <a:srgbClr val="FFFFFF"/>
                </a:solidFill>
                <a:latin typeface="Roboto"/>
              </a:rPr>
              <a:t>VIC
MUN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8572500"/>
            <a:ext cx="9144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Roboto"/>
              </a:rPr>
              <a:t>VIENNA INTERNATIONAL CENTRE MODEL UNITED 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077450"/>
            <a:ext cx="6667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50" b="1">
                <a:solidFill>
                  <a:srgbClr val="FAA419"/>
                </a:solidFill>
                <a:latin typeface="Roboto"/>
              </a:rPr>
              <a:t>Aug 3 - Aug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0553700"/>
            <a:ext cx="6667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50" b="1">
                <a:solidFill>
                  <a:srgbClr val="FAA419"/>
                </a:solidFill>
                <a:latin typeface="Roboto"/>
              </a:rPr>
              <a:t>VIENNA; AUSTRIA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11887200"/>
            <a:ext cx="6667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C4A63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90500"/>
            <a:ext cx="85725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0" b="1">
                <a:solidFill>
                  <a:srgbClr val="FFFFFF"/>
                </a:solidFill>
                <a:latin typeface="Roboto"/>
              </a:rPr>
              <a:t>VIC
MUN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7239000"/>
            <a:ext cx="8953500" cy="38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50" b="0">
                <a:solidFill>
                  <a:srgbClr val="FFFFFF"/>
                </a:solidFill>
                <a:latin typeface="Roboto"/>
              </a:rPr>
              <a:t>Vienna's own Model UN returns to the Vienna International Centre, one of four official UN headquarters. Expect six specialized committees and unforgettable socials.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11239500"/>
            <a:ext cx="666750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