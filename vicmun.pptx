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C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0" b="1">
                <a:solidFill>
                  <a:srgbClr val="FFFFFF"/>
                </a:solidFill>
                <a:latin typeface="Roboto"/>
              </a:rPr>
              <a:t>VIC</a:t>
            </a:r>
          </a:p>
          <a:p>
            <a:r>
              <a:rPr sz="20000" b="1">
                <a:solidFill>
                  <a:srgbClr val="FFFFFF"/>
                </a:solidFill>
                <a:latin typeface="Roboto"/>
              </a:rPr>
              <a:t>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0"/>
            <a:ext cx="8961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Roboto"/>
              </a:rPr>
              <a:t>VIENNA INTERNATIONAL CENTRE MODEL UNITED 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AA419"/>
                </a:solidFill>
                <a:latin typeface="Roboto"/>
              </a:rPr>
              <a:t>Aug 3 - Aug 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AA419"/>
                </a:solidFill>
                <a:latin typeface="Roboto"/>
              </a:rPr>
              <a:t>Portugal's newest Model UN </a:t>
            </a:r>
            <a:r>
              <a:rPr sz="2400">
                <a:solidFill>
                  <a:srgbClr val="FFFFFF"/>
                </a:solidFill>
                <a:latin typeface="Roboto"/>
              </a:rPr>
              <a:t>is back for its </a:t>
            </a:r>
            <a:r>
              <a:rPr sz="2400">
                <a:solidFill>
                  <a:srgbClr val="FAA419"/>
                </a:solidFill>
                <a:latin typeface="Roboto"/>
              </a:rPr>
              <a:t>second edition</a:t>
            </a:r>
            <a:r>
              <a:rPr sz="2400">
                <a:solidFill>
                  <a:srgbClr val="FFFFFF"/>
                </a:solidFill>
                <a:latin typeface="Roboto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